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Empowering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Analysing the Evolution of Union Budget Allocations for Sustainable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Union Budget is the annual financial statement of India.</a:t>
            </a:r>
          </a:p>
          <a:p>
            <a:r>
              <a:t>• It outlines revenue and expenditure.</a:t>
            </a:r>
          </a:p>
          <a:p>
            <a:r>
              <a:t>• Reflects development priorities.</a:t>
            </a:r>
          </a:p>
          <a:p>
            <a:r>
              <a:t>• Focus on sustainable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Sustainable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Economic Growth – GDP expansion.</a:t>
            </a:r>
          </a:p>
          <a:p>
            <a:r>
              <a:t>• Social Inclusion – Health &amp; Education.</a:t>
            </a:r>
          </a:p>
          <a:p>
            <a:r>
              <a:t>• Environmental Protection – Green initiatives.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Allocation Trends (1991–2025)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Pre-1991 – Public sector dominance.</a:t>
            </a:r>
          </a:p>
          <a:p>
            <a:r>
              <a:t>• 1991–2010 – Liberalisation reforms.</a:t>
            </a:r>
          </a:p>
          <a:p>
            <a:r>
              <a:t>• 2010–2020 – Social &amp; infrastructure focus.</a:t>
            </a:r>
          </a:p>
          <a:p>
            <a:r>
              <a:t>• Post-COVID – Health &amp; recovery spending.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Sectoral Allocation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Health – Increased post-pandemic.</a:t>
            </a:r>
          </a:p>
          <a:p>
            <a:r>
              <a:t>• Education – Digital &amp; skill emphasis.</a:t>
            </a:r>
          </a:p>
          <a:p>
            <a:r>
              <a:t>• Infrastructure – Capital expenditure growth.</a:t>
            </a:r>
          </a:p>
          <a:p>
            <a:r>
              <a:t>• Agriculture – Farmer welfare schemes.</a:t>
            </a:r>
          </a:p>
          <a:p>
            <a:r>
              <a:t>• Green Economy – Renewable push.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and Education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Ayushman Bharat expansion.</a:t>
            </a:r>
          </a:p>
          <a:p>
            <a:r>
              <a:t>• Increased public health spending.</a:t>
            </a:r>
          </a:p>
          <a:p>
            <a:r>
              <a:t>• NEP &amp; digital education investment.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and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Roads, Railways, Energy projects.</a:t>
            </a:r>
          </a:p>
          <a:p>
            <a:r>
              <a:t>• National Infrastructure Pipeline.</a:t>
            </a:r>
          </a:p>
          <a:p>
            <a:r>
              <a:t>• Public-Private Partnerships.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and Climate Budgeting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Renewable energy promotion.</a:t>
            </a:r>
          </a:p>
          <a:p>
            <a:r>
              <a:t>• Electric vehicle incentives.</a:t>
            </a:r>
          </a:p>
          <a:p>
            <a:r>
              <a:t>• Climate-resilient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Fiscal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Managing fiscal deficit.</a:t>
            </a:r>
          </a:p>
          <a:p>
            <a:r>
              <a:t>• Balancing subsidies &amp; growth.</a:t>
            </a:r>
          </a:p>
          <a:p>
            <a:r>
              <a:t>• Long-term sustainability targets.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Budget aligns with sustainable goals.</a:t>
            </a:r>
          </a:p>
          <a:p>
            <a:r>
              <a:t>• Infrastructure &amp; green growth rising.</a:t>
            </a:r>
          </a:p>
          <a:p>
            <a:r>
              <a:t>• Inclusive development is priority.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